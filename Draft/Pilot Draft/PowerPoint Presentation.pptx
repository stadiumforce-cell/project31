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2A0DE-441E-4186-B1CC-D2354C5215A0}" v="31" dt="2026-02-07T19:42:43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8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4V ..." userId="cb63ec986d86812e" providerId="LiveId" clId="{0872702A-717C-449D-BDA4-066A9CD70380}"/>
    <pc:docChg chg="custSel addSld modSld sldOrd">
      <pc:chgData name="V4V ..." userId="cb63ec986d86812e" providerId="LiveId" clId="{0872702A-717C-449D-BDA4-066A9CD70380}" dt="2026-02-07T19:42:43.584" v="70"/>
      <pc:docMkLst>
        <pc:docMk/>
      </pc:docMkLst>
      <pc:sldChg chg="modSp new mod">
        <pc:chgData name="V4V ..." userId="cb63ec986d86812e" providerId="LiveId" clId="{0872702A-717C-449D-BDA4-066A9CD70380}" dt="2026-02-07T19:38:15.991" v="33" actId="120"/>
        <pc:sldMkLst>
          <pc:docMk/>
          <pc:sldMk cId="1163252157" sldId="256"/>
        </pc:sldMkLst>
        <pc:spChg chg="mod">
          <ac:chgData name="V4V ..." userId="cb63ec986d86812e" providerId="LiveId" clId="{0872702A-717C-449D-BDA4-066A9CD70380}" dt="2026-02-07T19:37:58.754" v="27" actId="14100"/>
          <ac:spMkLst>
            <pc:docMk/>
            <pc:sldMk cId="1163252157" sldId="256"/>
            <ac:spMk id="2" creationId="{FEC0C8C1-03F2-2252-C4ED-1CC712CD2DA3}"/>
          </ac:spMkLst>
        </pc:spChg>
        <pc:spChg chg="mod">
          <ac:chgData name="V4V ..." userId="cb63ec986d86812e" providerId="LiveId" clId="{0872702A-717C-449D-BDA4-066A9CD70380}" dt="2026-02-07T19:38:15.991" v="33" actId="120"/>
          <ac:spMkLst>
            <pc:docMk/>
            <pc:sldMk cId="1163252157" sldId="256"/>
            <ac:spMk id="3" creationId="{4C3397BF-518B-2344-64C1-D9418B6145D9}"/>
          </ac:spMkLst>
        </pc:spChg>
      </pc:sldChg>
      <pc:sldChg chg="modSp new mod">
        <pc:chgData name="V4V ..." userId="cb63ec986d86812e" providerId="LiveId" clId="{0872702A-717C-449D-BDA4-066A9CD70380}" dt="2026-02-07T19:37:43.586" v="23"/>
        <pc:sldMkLst>
          <pc:docMk/>
          <pc:sldMk cId="3618195131" sldId="257"/>
        </pc:sldMkLst>
        <pc:spChg chg="mod">
          <ac:chgData name="V4V ..." userId="cb63ec986d86812e" providerId="LiveId" clId="{0872702A-717C-449D-BDA4-066A9CD70380}" dt="2026-02-07T19:37:43.586" v="23"/>
          <ac:spMkLst>
            <pc:docMk/>
            <pc:sldMk cId="3618195131" sldId="257"/>
            <ac:spMk id="2" creationId="{9E83C901-331A-B49F-7574-FECCB28771A5}"/>
          </ac:spMkLst>
        </pc:spChg>
        <pc:spChg chg="mod">
          <ac:chgData name="V4V ..." userId="cb63ec986d86812e" providerId="LiveId" clId="{0872702A-717C-449D-BDA4-066A9CD70380}" dt="2026-02-07T19:37:41.890" v="22" actId="21"/>
          <ac:spMkLst>
            <pc:docMk/>
            <pc:sldMk cId="3618195131" sldId="257"/>
            <ac:spMk id="3" creationId="{F9A4CFF3-3143-D2F9-8376-C199FFBBDAD7}"/>
          </ac:spMkLst>
        </pc:spChg>
      </pc:sldChg>
      <pc:sldChg chg="addSp delSp modSp new mod">
        <pc:chgData name="V4V ..." userId="cb63ec986d86812e" providerId="LiveId" clId="{0872702A-717C-449D-BDA4-066A9CD70380}" dt="2026-02-07T19:38:34.252" v="36"/>
        <pc:sldMkLst>
          <pc:docMk/>
          <pc:sldMk cId="1213748998" sldId="258"/>
        </pc:sldMkLst>
        <pc:spChg chg="mod">
          <ac:chgData name="V4V ..." userId="cb63ec986d86812e" providerId="LiveId" clId="{0872702A-717C-449D-BDA4-066A9CD70380}" dt="2026-02-07T19:38:27.399" v="35"/>
          <ac:spMkLst>
            <pc:docMk/>
            <pc:sldMk cId="1213748998" sldId="258"/>
            <ac:spMk id="2" creationId="{75F98CE5-357E-9ADE-A574-F999E73AF334}"/>
          </ac:spMkLst>
        </pc:spChg>
        <pc:spChg chg="del">
          <ac:chgData name="V4V ..." userId="cb63ec986d86812e" providerId="LiveId" clId="{0872702A-717C-449D-BDA4-066A9CD70380}" dt="2026-02-07T19:38:34.252" v="36"/>
          <ac:spMkLst>
            <pc:docMk/>
            <pc:sldMk cId="1213748998" sldId="258"/>
            <ac:spMk id="3" creationId="{A2874EB2-0D1C-978D-94F5-DDAD196F443E}"/>
          </ac:spMkLst>
        </pc:spChg>
        <pc:spChg chg="add mod">
          <ac:chgData name="V4V ..." userId="cb63ec986d86812e" providerId="LiveId" clId="{0872702A-717C-449D-BDA4-066A9CD70380}" dt="2026-02-07T19:38:34.252" v="36"/>
          <ac:spMkLst>
            <pc:docMk/>
            <pc:sldMk cId="1213748998" sldId="258"/>
            <ac:spMk id="4" creationId="{7F8161DF-98C3-491E-FAC7-CF8B6FFBBCE7}"/>
          </ac:spMkLst>
        </pc:spChg>
      </pc:sldChg>
      <pc:sldChg chg="modSp new mod">
        <pc:chgData name="V4V ..." userId="cb63ec986d86812e" providerId="LiveId" clId="{0872702A-717C-449D-BDA4-066A9CD70380}" dt="2026-02-07T19:39:51.098" v="51" actId="5793"/>
        <pc:sldMkLst>
          <pc:docMk/>
          <pc:sldMk cId="2212007238" sldId="259"/>
        </pc:sldMkLst>
        <pc:spChg chg="mod">
          <ac:chgData name="V4V ..." userId="cb63ec986d86812e" providerId="LiveId" clId="{0872702A-717C-449D-BDA4-066A9CD70380}" dt="2026-02-07T19:39:34.405" v="46"/>
          <ac:spMkLst>
            <pc:docMk/>
            <pc:sldMk cId="2212007238" sldId="259"/>
            <ac:spMk id="2" creationId="{DCC67C00-2C98-722A-5AED-AFF524A8E592}"/>
          </ac:spMkLst>
        </pc:spChg>
        <pc:spChg chg="mod">
          <ac:chgData name="V4V ..." userId="cb63ec986d86812e" providerId="LiveId" clId="{0872702A-717C-449D-BDA4-066A9CD70380}" dt="2026-02-07T19:39:51.098" v="51" actId="5793"/>
          <ac:spMkLst>
            <pc:docMk/>
            <pc:sldMk cId="2212007238" sldId="259"/>
            <ac:spMk id="3" creationId="{3AE647A7-1856-0E36-DB01-D85EEDBBE9C7}"/>
          </ac:spMkLst>
        </pc:spChg>
      </pc:sldChg>
      <pc:sldChg chg="addSp delSp modSp new">
        <pc:chgData name="V4V ..." userId="cb63ec986d86812e" providerId="LiveId" clId="{0872702A-717C-449D-BDA4-066A9CD70380}" dt="2026-02-07T19:40:13.416" v="53"/>
        <pc:sldMkLst>
          <pc:docMk/>
          <pc:sldMk cId="743074325" sldId="260"/>
        </pc:sldMkLst>
        <pc:spChg chg="mod">
          <ac:chgData name="V4V ..." userId="cb63ec986d86812e" providerId="LiveId" clId="{0872702A-717C-449D-BDA4-066A9CD70380}" dt="2026-02-07T19:40:06.316" v="52"/>
          <ac:spMkLst>
            <pc:docMk/>
            <pc:sldMk cId="743074325" sldId="260"/>
            <ac:spMk id="2" creationId="{A557B3BB-C2EF-A04B-C280-0090657B3E35}"/>
          </ac:spMkLst>
        </pc:spChg>
        <pc:spChg chg="del">
          <ac:chgData name="V4V ..." userId="cb63ec986d86812e" providerId="LiveId" clId="{0872702A-717C-449D-BDA4-066A9CD70380}" dt="2026-02-07T19:40:13.416" v="53"/>
          <ac:spMkLst>
            <pc:docMk/>
            <pc:sldMk cId="743074325" sldId="260"/>
            <ac:spMk id="3" creationId="{1CBA2AD2-7690-1C51-D2FC-536C3B07EE3C}"/>
          </ac:spMkLst>
        </pc:spChg>
        <pc:spChg chg="add mod">
          <ac:chgData name="V4V ..." userId="cb63ec986d86812e" providerId="LiveId" clId="{0872702A-717C-449D-BDA4-066A9CD70380}" dt="2026-02-07T19:40:13.416" v="53"/>
          <ac:spMkLst>
            <pc:docMk/>
            <pc:sldMk cId="743074325" sldId="260"/>
            <ac:spMk id="4" creationId="{1415E3A9-FD9F-FDB5-09CA-1766AF28C616}"/>
          </ac:spMkLst>
        </pc:spChg>
      </pc:sldChg>
      <pc:sldChg chg="modSp new mod ord">
        <pc:chgData name="V4V ..." userId="cb63ec986d86812e" providerId="LiveId" clId="{0872702A-717C-449D-BDA4-066A9CD70380}" dt="2026-02-07T19:39:22.870" v="45" actId="13926"/>
        <pc:sldMkLst>
          <pc:docMk/>
          <pc:sldMk cId="408770107" sldId="261"/>
        </pc:sldMkLst>
        <pc:spChg chg="mod">
          <ac:chgData name="V4V ..." userId="cb63ec986d86812e" providerId="LiveId" clId="{0872702A-717C-449D-BDA4-066A9CD70380}" dt="2026-02-07T19:38:46.716" v="37"/>
          <ac:spMkLst>
            <pc:docMk/>
            <pc:sldMk cId="408770107" sldId="261"/>
            <ac:spMk id="2" creationId="{38945C1A-F880-C728-4DC3-CDB37771BB86}"/>
          </ac:spMkLst>
        </pc:spChg>
        <pc:spChg chg="mod">
          <ac:chgData name="V4V ..." userId="cb63ec986d86812e" providerId="LiveId" clId="{0872702A-717C-449D-BDA4-066A9CD70380}" dt="2026-02-07T19:39:22.870" v="45" actId="13926"/>
          <ac:spMkLst>
            <pc:docMk/>
            <pc:sldMk cId="408770107" sldId="261"/>
            <ac:spMk id="3" creationId="{33D40BD1-E618-0025-2475-38794BB7F496}"/>
          </ac:spMkLst>
        </pc:spChg>
      </pc:sldChg>
      <pc:sldChg chg="addSp delSp modSp new">
        <pc:chgData name="V4V ..." userId="cb63ec986d86812e" providerId="LiveId" clId="{0872702A-717C-449D-BDA4-066A9CD70380}" dt="2026-02-07T19:40:30.198" v="55"/>
        <pc:sldMkLst>
          <pc:docMk/>
          <pc:sldMk cId="1037576039" sldId="262"/>
        </pc:sldMkLst>
        <pc:spChg chg="mod">
          <ac:chgData name="V4V ..." userId="cb63ec986d86812e" providerId="LiveId" clId="{0872702A-717C-449D-BDA4-066A9CD70380}" dt="2026-02-07T19:40:24.238" v="54"/>
          <ac:spMkLst>
            <pc:docMk/>
            <pc:sldMk cId="1037576039" sldId="262"/>
            <ac:spMk id="2" creationId="{D04D0F9A-4D90-2D40-0B34-C1BACC96285C}"/>
          </ac:spMkLst>
        </pc:spChg>
        <pc:spChg chg="del">
          <ac:chgData name="V4V ..." userId="cb63ec986d86812e" providerId="LiveId" clId="{0872702A-717C-449D-BDA4-066A9CD70380}" dt="2026-02-07T19:40:30.198" v="55"/>
          <ac:spMkLst>
            <pc:docMk/>
            <pc:sldMk cId="1037576039" sldId="262"/>
            <ac:spMk id="3" creationId="{EC8422FF-5FD5-7CA1-D896-2A9CB124F5FE}"/>
          </ac:spMkLst>
        </pc:spChg>
        <pc:spChg chg="add mod">
          <ac:chgData name="V4V ..." userId="cb63ec986d86812e" providerId="LiveId" clId="{0872702A-717C-449D-BDA4-066A9CD70380}" dt="2026-02-07T19:40:30.198" v="55"/>
          <ac:spMkLst>
            <pc:docMk/>
            <pc:sldMk cId="1037576039" sldId="262"/>
            <ac:spMk id="4" creationId="{98F20292-F5CC-03BA-B02E-ED52EEB06E92}"/>
          </ac:spMkLst>
        </pc:spChg>
      </pc:sldChg>
      <pc:sldChg chg="addSp delSp modSp new">
        <pc:chgData name="V4V ..." userId="cb63ec986d86812e" providerId="LiveId" clId="{0872702A-717C-449D-BDA4-066A9CD70380}" dt="2026-02-07T19:40:46.148" v="57"/>
        <pc:sldMkLst>
          <pc:docMk/>
          <pc:sldMk cId="880701721" sldId="263"/>
        </pc:sldMkLst>
        <pc:spChg chg="mod">
          <ac:chgData name="V4V ..." userId="cb63ec986d86812e" providerId="LiveId" clId="{0872702A-717C-449D-BDA4-066A9CD70380}" dt="2026-02-07T19:40:40.040" v="56"/>
          <ac:spMkLst>
            <pc:docMk/>
            <pc:sldMk cId="880701721" sldId="263"/>
            <ac:spMk id="2" creationId="{EF17566D-68B2-2D98-4E4F-47B50F2D5A40}"/>
          </ac:spMkLst>
        </pc:spChg>
        <pc:spChg chg="del">
          <ac:chgData name="V4V ..." userId="cb63ec986d86812e" providerId="LiveId" clId="{0872702A-717C-449D-BDA4-066A9CD70380}" dt="2026-02-07T19:40:46.148" v="57"/>
          <ac:spMkLst>
            <pc:docMk/>
            <pc:sldMk cId="880701721" sldId="263"/>
            <ac:spMk id="3" creationId="{FED9AEDF-1CCB-34ED-D315-379CFE143F59}"/>
          </ac:spMkLst>
        </pc:spChg>
        <pc:spChg chg="add mod">
          <ac:chgData name="V4V ..." userId="cb63ec986d86812e" providerId="LiveId" clId="{0872702A-717C-449D-BDA4-066A9CD70380}" dt="2026-02-07T19:40:46.148" v="57"/>
          <ac:spMkLst>
            <pc:docMk/>
            <pc:sldMk cId="880701721" sldId="263"/>
            <ac:spMk id="4" creationId="{7D81528F-9DDC-3A8F-5A3B-C95505A09BC4}"/>
          </ac:spMkLst>
        </pc:spChg>
      </pc:sldChg>
      <pc:sldChg chg="addSp delSp modSp new">
        <pc:chgData name="V4V ..." userId="cb63ec986d86812e" providerId="LiveId" clId="{0872702A-717C-449D-BDA4-066A9CD70380}" dt="2026-02-07T19:41:02.070" v="59"/>
        <pc:sldMkLst>
          <pc:docMk/>
          <pc:sldMk cId="2345870535" sldId="264"/>
        </pc:sldMkLst>
        <pc:spChg chg="mod">
          <ac:chgData name="V4V ..." userId="cb63ec986d86812e" providerId="LiveId" clId="{0872702A-717C-449D-BDA4-066A9CD70380}" dt="2026-02-07T19:40:56.042" v="58"/>
          <ac:spMkLst>
            <pc:docMk/>
            <pc:sldMk cId="2345870535" sldId="264"/>
            <ac:spMk id="2" creationId="{8CA1EFF3-3529-7387-0079-DF4361B8008E}"/>
          </ac:spMkLst>
        </pc:spChg>
        <pc:spChg chg="del">
          <ac:chgData name="V4V ..." userId="cb63ec986d86812e" providerId="LiveId" clId="{0872702A-717C-449D-BDA4-066A9CD70380}" dt="2026-02-07T19:41:02.070" v="59"/>
          <ac:spMkLst>
            <pc:docMk/>
            <pc:sldMk cId="2345870535" sldId="264"/>
            <ac:spMk id="3" creationId="{DF3896EC-6FAC-66CE-2DE2-BF950AF8FD61}"/>
          </ac:spMkLst>
        </pc:spChg>
        <pc:spChg chg="add mod">
          <ac:chgData name="V4V ..." userId="cb63ec986d86812e" providerId="LiveId" clId="{0872702A-717C-449D-BDA4-066A9CD70380}" dt="2026-02-07T19:41:02.070" v="59"/>
          <ac:spMkLst>
            <pc:docMk/>
            <pc:sldMk cId="2345870535" sldId="264"/>
            <ac:spMk id="4" creationId="{B80754BD-03DE-B448-3757-C21261982F6A}"/>
          </ac:spMkLst>
        </pc:spChg>
      </pc:sldChg>
      <pc:sldChg chg="modSp new">
        <pc:chgData name="V4V ..." userId="cb63ec986d86812e" providerId="LiveId" clId="{0872702A-717C-449D-BDA4-066A9CD70380}" dt="2026-02-07T19:41:17.361" v="61"/>
        <pc:sldMkLst>
          <pc:docMk/>
          <pc:sldMk cId="408786186" sldId="265"/>
        </pc:sldMkLst>
        <pc:spChg chg="mod">
          <ac:chgData name="V4V ..." userId="cb63ec986d86812e" providerId="LiveId" clId="{0872702A-717C-449D-BDA4-066A9CD70380}" dt="2026-02-07T19:41:11.816" v="60"/>
          <ac:spMkLst>
            <pc:docMk/>
            <pc:sldMk cId="408786186" sldId="265"/>
            <ac:spMk id="2" creationId="{D137DD0F-412B-5D9C-A634-75043335625C}"/>
          </ac:spMkLst>
        </pc:spChg>
        <pc:spChg chg="mod">
          <ac:chgData name="V4V ..." userId="cb63ec986d86812e" providerId="LiveId" clId="{0872702A-717C-449D-BDA4-066A9CD70380}" dt="2026-02-07T19:41:17.361" v="61"/>
          <ac:spMkLst>
            <pc:docMk/>
            <pc:sldMk cId="408786186" sldId="265"/>
            <ac:spMk id="3" creationId="{680A26F6-465A-8E72-C02C-E36553752535}"/>
          </ac:spMkLst>
        </pc:spChg>
      </pc:sldChg>
      <pc:sldChg chg="addSp delSp modSp new">
        <pc:chgData name="V4V ..." userId="cb63ec986d86812e" providerId="LiveId" clId="{0872702A-717C-449D-BDA4-066A9CD70380}" dt="2026-02-07T19:41:36.062" v="63"/>
        <pc:sldMkLst>
          <pc:docMk/>
          <pc:sldMk cId="3831004156" sldId="266"/>
        </pc:sldMkLst>
        <pc:spChg chg="mod">
          <ac:chgData name="V4V ..." userId="cb63ec986d86812e" providerId="LiveId" clId="{0872702A-717C-449D-BDA4-066A9CD70380}" dt="2026-02-07T19:41:28.606" v="62"/>
          <ac:spMkLst>
            <pc:docMk/>
            <pc:sldMk cId="3831004156" sldId="266"/>
            <ac:spMk id="2" creationId="{180F337A-BABB-7BAE-2093-017D5EC4F3D1}"/>
          </ac:spMkLst>
        </pc:spChg>
        <pc:spChg chg="del">
          <ac:chgData name="V4V ..." userId="cb63ec986d86812e" providerId="LiveId" clId="{0872702A-717C-449D-BDA4-066A9CD70380}" dt="2026-02-07T19:41:36.062" v="63"/>
          <ac:spMkLst>
            <pc:docMk/>
            <pc:sldMk cId="3831004156" sldId="266"/>
            <ac:spMk id="3" creationId="{F4ADB1DE-A67A-06E5-89AF-36BCC39817AB}"/>
          </ac:spMkLst>
        </pc:spChg>
        <pc:spChg chg="add mod">
          <ac:chgData name="V4V ..." userId="cb63ec986d86812e" providerId="LiveId" clId="{0872702A-717C-449D-BDA4-066A9CD70380}" dt="2026-02-07T19:41:36.062" v="63"/>
          <ac:spMkLst>
            <pc:docMk/>
            <pc:sldMk cId="3831004156" sldId="266"/>
            <ac:spMk id="4" creationId="{5A2FC52C-0E6D-5572-2832-60660036E8DD}"/>
          </ac:spMkLst>
        </pc:spChg>
      </pc:sldChg>
      <pc:sldChg chg="addSp delSp modSp new">
        <pc:chgData name="V4V ..." userId="cb63ec986d86812e" providerId="LiveId" clId="{0872702A-717C-449D-BDA4-066A9CD70380}" dt="2026-02-07T19:42:01.017" v="66"/>
        <pc:sldMkLst>
          <pc:docMk/>
          <pc:sldMk cId="2863019682" sldId="267"/>
        </pc:sldMkLst>
        <pc:spChg chg="mod">
          <ac:chgData name="V4V ..." userId="cb63ec986d86812e" providerId="LiveId" clId="{0872702A-717C-449D-BDA4-066A9CD70380}" dt="2026-02-07T19:42:01.017" v="66"/>
          <ac:spMkLst>
            <pc:docMk/>
            <pc:sldMk cId="2863019682" sldId="267"/>
            <ac:spMk id="2" creationId="{DC55CDB2-8283-1EF4-ECD9-6CB065B18B82}"/>
          </ac:spMkLst>
        </pc:spChg>
        <pc:spChg chg="del">
          <ac:chgData name="V4V ..." userId="cb63ec986d86812e" providerId="LiveId" clId="{0872702A-717C-449D-BDA4-066A9CD70380}" dt="2026-02-07T19:41:50.915" v="65"/>
          <ac:spMkLst>
            <pc:docMk/>
            <pc:sldMk cId="2863019682" sldId="267"/>
            <ac:spMk id="3" creationId="{6002DD42-68C8-02B6-FD0D-B987867DEE86}"/>
          </ac:spMkLst>
        </pc:spChg>
        <pc:spChg chg="add mod">
          <ac:chgData name="V4V ..." userId="cb63ec986d86812e" providerId="LiveId" clId="{0872702A-717C-449D-BDA4-066A9CD70380}" dt="2026-02-07T19:41:50.915" v="65"/>
          <ac:spMkLst>
            <pc:docMk/>
            <pc:sldMk cId="2863019682" sldId="267"/>
            <ac:spMk id="4" creationId="{691A176C-5F98-CCD5-2F3F-CF127C15B1B3}"/>
          </ac:spMkLst>
        </pc:spChg>
      </pc:sldChg>
      <pc:sldChg chg="addSp delSp modSp new">
        <pc:chgData name="V4V ..." userId="cb63ec986d86812e" providerId="LiveId" clId="{0872702A-717C-449D-BDA4-066A9CD70380}" dt="2026-02-07T19:42:29.321" v="68"/>
        <pc:sldMkLst>
          <pc:docMk/>
          <pc:sldMk cId="2549369575" sldId="268"/>
        </pc:sldMkLst>
        <pc:spChg chg="mod">
          <ac:chgData name="V4V ..." userId="cb63ec986d86812e" providerId="LiveId" clId="{0872702A-717C-449D-BDA4-066A9CD70380}" dt="2026-02-07T19:42:29.321" v="68"/>
          <ac:spMkLst>
            <pc:docMk/>
            <pc:sldMk cId="2549369575" sldId="268"/>
            <ac:spMk id="2" creationId="{6ECDA9A6-33A1-A72D-D053-42299C56706D}"/>
          </ac:spMkLst>
        </pc:spChg>
        <pc:spChg chg="del">
          <ac:chgData name="V4V ..." userId="cb63ec986d86812e" providerId="LiveId" clId="{0872702A-717C-449D-BDA4-066A9CD70380}" dt="2026-02-07T19:42:23.919" v="67"/>
          <ac:spMkLst>
            <pc:docMk/>
            <pc:sldMk cId="2549369575" sldId="268"/>
            <ac:spMk id="3" creationId="{BC4E9426-258C-0E65-D5BD-BA1F59F6D977}"/>
          </ac:spMkLst>
        </pc:spChg>
        <pc:spChg chg="add mod">
          <ac:chgData name="V4V ..." userId="cb63ec986d86812e" providerId="LiveId" clId="{0872702A-717C-449D-BDA4-066A9CD70380}" dt="2026-02-07T19:42:23.919" v="67"/>
          <ac:spMkLst>
            <pc:docMk/>
            <pc:sldMk cId="2549369575" sldId="268"/>
            <ac:spMk id="4" creationId="{A67DC7EA-65F3-0AA6-FAAE-53AB75B6C829}"/>
          </ac:spMkLst>
        </pc:spChg>
      </pc:sldChg>
      <pc:sldChg chg="modSp new">
        <pc:chgData name="V4V ..." userId="cb63ec986d86812e" providerId="LiveId" clId="{0872702A-717C-449D-BDA4-066A9CD70380}" dt="2026-02-07T19:42:43.584" v="70"/>
        <pc:sldMkLst>
          <pc:docMk/>
          <pc:sldMk cId="3109536110" sldId="269"/>
        </pc:sldMkLst>
        <pc:spChg chg="mod">
          <ac:chgData name="V4V ..." userId="cb63ec986d86812e" providerId="LiveId" clId="{0872702A-717C-449D-BDA4-066A9CD70380}" dt="2026-02-07T19:42:37.010" v="69"/>
          <ac:spMkLst>
            <pc:docMk/>
            <pc:sldMk cId="3109536110" sldId="269"/>
            <ac:spMk id="2" creationId="{B615E9DC-5768-2A80-2301-FEEF84FED2AA}"/>
          </ac:spMkLst>
        </pc:spChg>
        <pc:spChg chg="mod">
          <ac:chgData name="V4V ..." userId="cb63ec986d86812e" providerId="LiveId" clId="{0872702A-717C-449D-BDA4-066A9CD70380}" dt="2026-02-07T19:42:43.584" v="70"/>
          <ac:spMkLst>
            <pc:docMk/>
            <pc:sldMk cId="3109536110" sldId="269"/>
            <ac:spMk id="3" creationId="{12354274-E704-E9F6-5370-76AA559DF2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882B-6208-D3A5-382C-935729531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F5D2F-E9C6-2503-1A02-34DEF4FBE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D95F-AA86-A86D-E86F-D9FDA127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E90FE-CBB3-E09C-EB4A-981247EC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84A9-9AB1-E124-58DD-73B64127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1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822A-4A8E-2DD0-371A-FD0E0392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83C58-FAAE-33FD-01A8-A0CE44A8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3133F-A125-43FB-9EAC-9D0A90F1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2BCA3-51C6-9358-9199-37AC7B63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DEB6A-4856-2701-C341-5905912C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D103-5A64-10BB-0B62-64EDAC2B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5CDFF-F16A-B69B-9655-3F26E5B7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823E1-F56F-37CA-B5AE-04C1C7C0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0AE10-4B05-250E-90BA-AEF066B3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92EF-1834-FBC4-B7AA-E61139EE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6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C136-AC58-8DC7-3701-D649A9CF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F5A8F-8452-266C-60B4-980D78AA7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238CC-926E-4AA9-B83F-8958F49A8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730B9-AAB7-2634-E13D-FC2B97B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BBA80-1CC4-4761-F9AE-C387FC85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B2095-9FEE-D6FF-0B58-5AAAB84E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9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4869-4FB8-59F7-410B-99ACEE77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7E6C6-D866-1924-CF29-FDAA138FB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5BA2D-9532-2BAA-D8EA-64700D485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CAA11-BFD4-A6B9-1673-21D77F694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75A72-BB2E-356F-AE52-B26F754F8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4929BA-C934-2D7F-E424-5215398D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369A-D735-0BB0-18AD-216CDB51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DAD81-BB16-2066-F266-BE82A75E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2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BB3-A2BB-2407-F349-67E8FDCF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E706D-D36E-99A8-A80E-7BA616EB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AAFB8-65F5-71ED-F995-FEC358C4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64453-AFEC-1554-1CB6-695D406A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9B759-3760-1128-DE30-F2337C97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766F5-F73A-C88B-8700-80214E5E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AF5B0-2169-51DA-9171-7652DEC0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2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AEB83-8D15-B96D-7627-85E9E11C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57355-70D8-B3B3-D921-E3D7A4A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34891-6F3F-9553-0F10-084B6ADE5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9CF7D-79AD-385E-65E5-242AF018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9150A-35D3-BC4C-5B1B-E40A734A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A6287-3F91-ACE8-B428-934CEEDA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1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8E9C-7B18-A2EF-B51B-392847A9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BB457-CF79-5A15-F04B-CB41404FB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48C1-9F29-1C1D-27F0-94A03F439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9DE3-0CE2-31A9-B008-28464444B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52C5A-D388-9BB7-5232-E6A4A5C8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D3DFC-4284-EC0E-5364-A2830BEB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6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65FA-2F1C-5AE5-4CE7-2D69BC82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D47E-0979-8E31-5681-EB8665240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FE658-44D7-3E85-C6EF-D22F5EA7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8E2B7-D129-ECBF-BBB5-D2C7DE0E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5239E-597F-CAE8-43D1-94E6105D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7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8DCB2-CE55-C0B7-DF75-446760483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0FC7F-456D-E28D-79D1-2032A42EA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94AEB-B522-D360-DC43-B3AE6CFE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F4550-475F-982D-F0D3-5DF35E74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169AC-CD94-950F-BE42-C779260B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9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A2E37-9BA7-A021-BEAA-764857D8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51081-339D-C47A-90FD-9F3D645DD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23552-1F29-2B9D-04B1-6765B1C65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F5129-4974-4E71-8766-C4F46788FEA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32F75-D9D0-6277-88B2-4F8D3310E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DFAF-34D6-CAAA-818D-D508A74C5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B5979-396D-4AFD-B351-96AD9DD7C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C8C1-03F2-2252-C4ED-1CC712CD2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7066"/>
          </a:xfrm>
        </p:spPr>
        <p:txBody>
          <a:bodyPr>
            <a:noAutofit/>
          </a:bodyPr>
          <a:lstStyle/>
          <a:p>
            <a:pPr algn="l"/>
            <a:r>
              <a:rPr lang="el-GR" sz="2400" b="1" dirty="0"/>
              <a:t>Διαφάνεια 1 — Τίτλος</a:t>
            </a:r>
            <a:br>
              <a:rPr lang="el-GR" sz="2400" b="1" dirty="0"/>
            </a:br>
            <a:br>
              <a:rPr lang="el-GR" sz="800" b="1" dirty="0"/>
            </a:br>
            <a:br>
              <a:rPr lang="el-GR" sz="800" b="1" dirty="0"/>
            </a:br>
            <a:endParaRPr lang="en-US" sz="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397BF-518B-2344-64C1-D9418B614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7766"/>
            <a:ext cx="9144000" cy="3540034"/>
          </a:xfrm>
        </p:spPr>
        <p:txBody>
          <a:bodyPr>
            <a:normAutofit/>
          </a:bodyPr>
          <a:lstStyle/>
          <a:p>
            <a:pPr algn="l"/>
            <a:r>
              <a:rPr lang="el-GR" b="1" dirty="0"/>
              <a:t>Σύστημα Διαχείρισης Βιβλιοθήκης</a:t>
            </a:r>
          </a:p>
          <a:p>
            <a:pPr algn="l"/>
            <a:br>
              <a:rPr lang="el-GR" b="1" dirty="0"/>
            </a:br>
            <a:r>
              <a:rPr lang="el-GR" b="1" dirty="0"/>
              <a:t>Ανάπτυξη εφαρμογής σε </a:t>
            </a:r>
            <a:r>
              <a:rPr lang="el-GR" b="1" dirty="0" err="1"/>
              <a:t>Python</a:t>
            </a:r>
            <a:r>
              <a:rPr lang="el-GR" b="1" dirty="0"/>
              <a:t> &amp; </a:t>
            </a:r>
            <a:r>
              <a:rPr lang="el-GR" b="1" dirty="0" err="1"/>
              <a:t>Tkinter</a:t>
            </a:r>
            <a:br>
              <a:rPr lang="el-GR" b="1" dirty="0"/>
            </a:br>
            <a:r>
              <a:rPr lang="el-GR" b="1" dirty="0"/>
              <a:t>Φοιτητής: </a:t>
            </a:r>
            <a:r>
              <a:rPr lang="el-GR" b="1" i="1" dirty="0"/>
              <a:t>[Το όνομά σου]</a:t>
            </a:r>
            <a:br>
              <a:rPr lang="el-GR" b="1" dirty="0"/>
            </a:br>
            <a:r>
              <a:rPr lang="el-GR" b="1" dirty="0"/>
              <a:t>ΑΜ: </a:t>
            </a:r>
            <a:r>
              <a:rPr lang="el-GR" b="1" i="1" dirty="0"/>
              <a:t>[Αριθμός Μητρώου]</a:t>
            </a:r>
            <a:br>
              <a:rPr lang="el-GR" b="1" dirty="0"/>
            </a:br>
            <a:r>
              <a:rPr lang="el-GR" b="1" dirty="0"/>
              <a:t>Έτος: 2024–2025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5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C901-331A-B49F-7574-FECCB287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Διαφάνεια 2 — Στόχος Εργασίας</a:t>
            </a:r>
            <a:br>
              <a:rPr lang="el-GR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CFF3-3143-D2F9-8376-C199FFBBD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b="1" dirty="0"/>
              <a:t>Ανάπτυξη εφαρμογής διαχείρισης βιβλιοθήκης</a:t>
            </a:r>
          </a:p>
          <a:p>
            <a:r>
              <a:rPr lang="el-GR" b="1" dirty="0"/>
              <a:t>Γραφικό περιβάλλον χρήστη (GUI)</a:t>
            </a:r>
          </a:p>
          <a:p>
            <a:r>
              <a:rPr lang="el-GR" b="1" dirty="0"/>
              <a:t>Αποθήκευση δεδομένων σε αρχεία .</a:t>
            </a:r>
            <a:r>
              <a:rPr lang="el-GR" b="1" dirty="0" err="1"/>
              <a:t>txt</a:t>
            </a:r>
            <a:endParaRPr lang="el-GR" b="1" dirty="0"/>
          </a:p>
          <a:p>
            <a:r>
              <a:rPr lang="el-GR" b="1" dirty="0"/>
              <a:t>Αντικειμενοστραφής σχεδίαση (OOP)</a:t>
            </a:r>
          </a:p>
          <a:p>
            <a:r>
              <a:rPr lang="el-GR" b="1" dirty="0"/>
              <a:t>Στατιστικά &amp; σύστημα προτάσεων βιβλίων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9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8CE5-357E-9ADE-A574-F999E73A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3 — Τεχνολογίες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8161DF-98C3-491E-FAC7-CF8B6FFBB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 (GUI)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αρχιτεκτονική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Αποθήκευση σε αρχεία 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OOP (κλάσεις Member, Book, Loan)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74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5C1A-F880-C728-4DC3-CDB37771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4 — Αρχιτεκτονική Εφαρμογής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0BD1-E618-0025-2475-38794BB7F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Backend</a:t>
            </a:r>
          </a:p>
          <a:p>
            <a:r>
              <a:rPr lang="en-US" b="1" dirty="0"/>
              <a:t>manager.py</a:t>
            </a:r>
          </a:p>
          <a:p>
            <a:r>
              <a:rPr lang="en-US" b="1" dirty="0"/>
              <a:t>models.py</a:t>
            </a:r>
          </a:p>
          <a:p>
            <a:r>
              <a:rPr lang="en-US" b="1" dirty="0"/>
              <a:t>storage_txt.py</a:t>
            </a:r>
          </a:p>
          <a:p>
            <a:r>
              <a:rPr lang="en-US" b="1" dirty="0"/>
              <a:t>recommendations.py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GUI</a:t>
            </a:r>
          </a:p>
          <a:p>
            <a:r>
              <a:rPr lang="en-US" b="1" dirty="0" err="1"/>
              <a:t>main_view</a:t>
            </a:r>
            <a:endParaRPr lang="en-US" b="1" dirty="0"/>
          </a:p>
          <a:p>
            <a:r>
              <a:rPr lang="en-US" b="1" dirty="0" err="1"/>
              <a:t>members_view</a:t>
            </a:r>
            <a:endParaRPr lang="en-US" b="1" dirty="0"/>
          </a:p>
          <a:p>
            <a:r>
              <a:rPr lang="en-US" b="1" dirty="0" err="1"/>
              <a:t>books_view</a:t>
            </a:r>
            <a:endParaRPr lang="en-US" b="1" dirty="0"/>
          </a:p>
          <a:p>
            <a:r>
              <a:rPr lang="en-US" b="1" dirty="0" err="1"/>
              <a:t>loans_view</a:t>
            </a:r>
            <a:endParaRPr lang="en-US" b="1" dirty="0"/>
          </a:p>
          <a:p>
            <a:r>
              <a:rPr lang="en-US" b="1" dirty="0" err="1"/>
              <a:t>stats_view</a:t>
            </a:r>
            <a:endParaRPr lang="en-US" b="1" dirty="0"/>
          </a:p>
          <a:p>
            <a:r>
              <a:rPr lang="en-US" b="1" dirty="0" err="1"/>
              <a:t>recommend_view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7C00-2C98-722A-5AED-AFF524A8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5 — Διαχείριση Μελών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647A7-1856-0E36-DB01-D85EEDBB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• 	Προσθήκη νέου μέλους</a:t>
            </a:r>
          </a:p>
          <a:p>
            <a:pPr marL="0" indent="0">
              <a:buNone/>
            </a:pPr>
            <a:r>
              <a:rPr lang="el-GR" dirty="0"/>
              <a:t>• 	Επεξεργασία στοιχείων</a:t>
            </a:r>
          </a:p>
          <a:p>
            <a:pPr marL="0" indent="0">
              <a:buNone/>
            </a:pPr>
            <a:r>
              <a:rPr lang="el-GR" dirty="0"/>
              <a:t>• 	Διαγραφή μέλους (εφόσον δεν έχει ενεργούς δανεισμούς)</a:t>
            </a:r>
          </a:p>
          <a:p>
            <a:pPr marL="0" indent="0">
              <a:buNone/>
            </a:pPr>
            <a:r>
              <a:rPr lang="el-GR" dirty="0"/>
              <a:t>• 	Προβολή λίστας μελών</a:t>
            </a:r>
          </a:p>
          <a:p>
            <a:r>
              <a:rPr lang="el-GR" dirty="0"/>
              <a:t>(Εισήγαγε </a:t>
            </a:r>
            <a:r>
              <a:rPr lang="el-GR" dirty="0" err="1"/>
              <a:t>screenshot</a:t>
            </a:r>
            <a:r>
              <a:rPr lang="el-GR" dirty="0"/>
              <a:t> εδώ)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0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B3BB-C2EF-A04B-C280-0090657B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6 — Διαχείριση Βιβλίων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15E3A9-FD9F-FDB5-09CA-1766AF28C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Προσθήκη βιβλίου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Επεξεργασία βιβλίου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Διαγραφή βιβλίου (εφόσον δεν είναι δανεισμένο)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Αναζήτηση &amp; προβολή λίστας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(Εισήγαγε screenshot εδώ)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7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0F9A-4D90-2D40-0B34-C1BACC96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7 — Διαχείριση Δανεισμών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F20292-F5CC-03BA-B02E-ED52EEB06E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Νέος δανεισμός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Επιστροφή βιβλίου με αξιολόγηση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Διαγραφή δανεισμού (μόνο αν έχει επιστραφεί)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Προβολή όλων των δανεισμών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(Εισήγαγε screenshot εδώ)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57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566D-68B2-2D98-4E4F-47B50F2D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8 — Στατιστικά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81528F-9DDC-3A8F-5A3B-C95505A09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Δανεισμοί ανά μέλος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Δανεισμοί ανά κατηγορία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Δανεισμοί ανά συγγραφέα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Δανεισμοί ανά ηλικιακή ομάδα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(Εισήγαγε screenshot εδώ)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70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EFF3-3529-7387-0079-DF4361B8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9 — Σύστημα Προτάσεων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0754BD-03DE-B448-3757-C21261982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Προτάσεις βάσει ιστορικού δανεισμών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Προτάσεις βάσει κατηγορίας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Προτάσεις βάσει δημοτικότητας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Φιλτράρισμα μόνο σε διαθέσιμα βιβλία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(Εισήγαγε screenshot εδώ)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87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DD0F-412B-5D9C-A634-75043335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10 — Αποθήκευση Δεδομένων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26F6-465A-8E72-C02C-E3655375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Αρχεία .</a:t>
            </a:r>
            <a:r>
              <a:rPr lang="en-US" dirty="0"/>
              <a:t>txt:</a:t>
            </a:r>
          </a:p>
          <a:p>
            <a:r>
              <a:rPr lang="en-US" dirty="0"/>
              <a:t>members.txt</a:t>
            </a:r>
          </a:p>
          <a:p>
            <a:r>
              <a:rPr lang="en-US" dirty="0"/>
              <a:t>books.txt</a:t>
            </a:r>
          </a:p>
          <a:p>
            <a:r>
              <a:rPr lang="en-US" dirty="0"/>
              <a:t>loans.txt</a:t>
            </a:r>
          </a:p>
          <a:p>
            <a:r>
              <a:rPr lang="el-GR" dirty="0"/>
              <a:t>Πλεονεκτήματα:</a:t>
            </a:r>
          </a:p>
          <a:p>
            <a:r>
              <a:rPr lang="el-GR" dirty="0"/>
              <a:t>απλότητα</a:t>
            </a:r>
          </a:p>
          <a:p>
            <a:r>
              <a:rPr lang="el-GR" dirty="0" err="1"/>
              <a:t>φορητότητα</a:t>
            </a:r>
            <a:endParaRPr lang="el-GR" dirty="0"/>
          </a:p>
          <a:p>
            <a:r>
              <a:rPr lang="el-GR" dirty="0"/>
              <a:t>εύκολη ανάγνωση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337A-BABB-7BAE-2093-017D5EC4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11 — Σχεδιαστικές Αποφάσεις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2FC52C-0E6D-5572-2832-60660036E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Χρήση OOP για καθαρό κώδικα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Διαχωρισμός GUI και λογικής (MVC-like)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Αφαίρεση πεδίου φύλου για απλοποίηση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αρχιτεκτονική για εύκολη συντήρηση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Αυτόματη δημιουργία αρχείων &amp; φακέλων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0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CDB2-8283-1EF4-ECD9-6CB065B1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12 — Μελλοντικές Επεκτάσεις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1A176C-5F98-CCD5-2F3F-CF127C15B1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Μετάβαση σε SQLite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Εξαγωγή στατιστικών σε PDF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έκδοση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Barcode scanning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Διαχείριση κρατήσεων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019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A9A6-33A1-A72D-D053-42299C56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13 — Συμπεράσματα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7DC7EA-65F3-0AA6-FAAE-53AB75B6C8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Η εφαρμογή καλύπτει πλήρως τις απαιτήσεις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Είναι επεκτάσιμη και καθαρά δομημένη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 GUI είναι εύχρηστο και λειτουργικό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 σύστημα προτάσεων προσθέτει αξία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36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E9DC-5768-2A80-2301-FEEF84FE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Διαφάνεια 14 — Ευχαριστίες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4274-E704-E9F6-5370-76AA559D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Ευχαριστώ για την προσοχή σας!</a:t>
            </a:r>
            <a:br>
              <a:rPr lang="el-GR" dirty="0"/>
            </a:br>
            <a:r>
              <a:rPr lang="el-GR" dirty="0"/>
              <a:t>Ερωτήσεις – Συζήτηση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3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385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Διαφάνεια 1 — Τίτλος   </vt:lpstr>
      <vt:lpstr>Διαφάνεια 2 — Στόχος Εργασίας </vt:lpstr>
      <vt:lpstr>Διαφάνεια 3 — Τεχνολογίες</vt:lpstr>
      <vt:lpstr>Διαφάνεια 4 — Αρχιτεκτονική Εφαρμογής</vt:lpstr>
      <vt:lpstr>Διαφάνεια 5 — Διαχείριση Μελών</vt:lpstr>
      <vt:lpstr>Διαφάνεια 6 — Διαχείριση Βιβλίων</vt:lpstr>
      <vt:lpstr>Διαφάνεια 7 — Διαχείριση Δανεισμών</vt:lpstr>
      <vt:lpstr>Διαφάνεια 8 — Στατιστικά</vt:lpstr>
      <vt:lpstr>Διαφάνεια 9 — Σύστημα Προτάσεων</vt:lpstr>
      <vt:lpstr>Διαφάνεια 10 — Αποθήκευση Δεδομένων</vt:lpstr>
      <vt:lpstr>Διαφάνεια 11 — Σχεδιαστικές Αποφάσεις</vt:lpstr>
      <vt:lpstr>Διαφάνεια 12 — Μελλοντικές Επεκτάσεις</vt:lpstr>
      <vt:lpstr>Διαφάνεια 13 — Συμπεράσματα</vt:lpstr>
      <vt:lpstr>Διαφάνεια 14 — Ευχαριστίες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V4V ...</dc:creator>
  <cp:lastModifiedBy>V4V ...</cp:lastModifiedBy>
  <cp:revision>1</cp:revision>
  <dcterms:created xsi:type="dcterms:W3CDTF">2026-02-07T19:35:30Z</dcterms:created>
  <dcterms:modified xsi:type="dcterms:W3CDTF">2026-02-07T19:42:47Z</dcterms:modified>
</cp:coreProperties>
</file>